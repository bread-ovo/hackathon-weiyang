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69fe9a37a4ede" /><Relationship Type="http://schemas.openxmlformats.org/officeDocument/2006/relationships/extended-properties" Target="/docProps/app.xml" Id="R5546ac00ccef42c6" /><Relationship Type="http://schemas.openxmlformats.org/officeDocument/2006/relationships/officeDocument" Target="/ppt/presentation.xml" Id="R300c569617df45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f8a396399b4d56"/>
  </p:sldMasterIdLst>
  <p:notesMasterIdLst>
    <p:notesMasterId xmlns:r="http://schemas.openxmlformats.org/officeDocument/2006/relationships" r:id="R5b5c7a1720424e93"/>
  </p:notesMasterIdLst>
  <p:sldIdLst>
    <p:sldId xmlns:r="http://schemas.openxmlformats.org/officeDocument/2006/relationships" id="256" r:id="R3170dae7721943fb"/>
    <p:sldId xmlns:r="http://schemas.openxmlformats.org/officeDocument/2006/relationships" id="257" r:id="Rcb56a7c22ebe4566"/>
    <p:sldId xmlns:r="http://schemas.openxmlformats.org/officeDocument/2006/relationships" id="258" r:id="R585ba1edf9584cb4"/>
    <p:sldId xmlns:r="http://schemas.openxmlformats.org/officeDocument/2006/relationships" id="259" r:id="R813c48207a95499a"/>
    <p:sldId xmlns:r="http://schemas.openxmlformats.org/officeDocument/2006/relationships" id="260" r:id="R15208cead4124143"/>
    <p:sldId xmlns:r="http://schemas.openxmlformats.org/officeDocument/2006/relationships" id="261" r:id="R6162da07481345a6"/>
    <p:sldId xmlns:r="http://schemas.openxmlformats.org/officeDocument/2006/relationships" id="262" r:id="R75ed3488e82e409a"/>
    <p:sldId xmlns:r="http://schemas.openxmlformats.org/officeDocument/2006/relationships" id="263" r:id="R291c83c6dba94f3a"/>
    <p:sldId xmlns:r="http://schemas.openxmlformats.org/officeDocument/2006/relationships" id="264" r:id="R090a619b06d94410"/>
    <p:sldId xmlns:r="http://schemas.openxmlformats.org/officeDocument/2006/relationships" id="265" r:id="Rf43dc169509346e5"/>
    <p:sldId xmlns:r="http://schemas.openxmlformats.org/officeDocument/2006/relationships" id="266" r:id="R883f69b9cb3345b6"/>
    <p:sldId xmlns:r="http://schemas.openxmlformats.org/officeDocument/2006/relationships" id="267" r:id="R83171587dae6456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b42b636f5e42da" /><Relationship Type="http://schemas.openxmlformats.org/officeDocument/2006/relationships/slideMaster" Target="/ppt/slideMasters/slideMaster1.xml" Id="R77f8a396399b4d56" /><Relationship Type="http://schemas.openxmlformats.org/officeDocument/2006/relationships/notesMaster" Target="/ppt/notesMasters/notesMaster1.xml" Id="R5b5c7a1720424e93" /><Relationship Type="http://schemas.openxmlformats.org/officeDocument/2006/relationships/presProps" Target="/ppt/presProps.xml" Id="R6bb83b440fc04347" /><Relationship Type="http://schemas.openxmlformats.org/officeDocument/2006/relationships/tableStyles" Target="/ppt/tableStyles.xml" Id="Ref562039856b49ce" /><Relationship Type="http://schemas.openxmlformats.org/officeDocument/2006/relationships/slide" Target="/ppt/slides/slide1.xml" Id="R3170dae7721943fb" /><Relationship Type="http://schemas.openxmlformats.org/officeDocument/2006/relationships/slide" Target="/ppt/slides/slide2.xml" Id="Rcb56a7c22ebe4566" /><Relationship Type="http://schemas.openxmlformats.org/officeDocument/2006/relationships/slide" Target="/ppt/slides/slide3.xml" Id="R585ba1edf9584cb4" /><Relationship Type="http://schemas.openxmlformats.org/officeDocument/2006/relationships/slide" Target="/ppt/slides/slide4.xml" Id="R813c48207a95499a" /><Relationship Type="http://schemas.openxmlformats.org/officeDocument/2006/relationships/slide" Target="/ppt/slides/slide5.xml" Id="R15208cead4124143" /><Relationship Type="http://schemas.openxmlformats.org/officeDocument/2006/relationships/slide" Target="/ppt/slides/slide6.xml" Id="R6162da07481345a6" /><Relationship Type="http://schemas.openxmlformats.org/officeDocument/2006/relationships/slide" Target="/ppt/slides/slide7.xml" Id="R75ed3488e82e409a" /><Relationship Type="http://schemas.openxmlformats.org/officeDocument/2006/relationships/slide" Target="/ppt/slides/slide8.xml" Id="R291c83c6dba94f3a" /><Relationship Type="http://schemas.openxmlformats.org/officeDocument/2006/relationships/slide" Target="/ppt/slides/slide9.xml" Id="R090a619b06d94410" /><Relationship Type="http://schemas.openxmlformats.org/officeDocument/2006/relationships/slide" Target="/ppt/slides/slide10.xml" Id="Rf43dc169509346e5" /><Relationship Type="http://schemas.openxmlformats.org/officeDocument/2006/relationships/slide" Target="/ppt/slides/slide11.xml" Id="R883f69b9cb3345b6" /><Relationship Type="http://schemas.openxmlformats.org/officeDocument/2006/relationships/slide" Target="/ppt/slides/slide12.xml" Id="R83171587dae645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041093cb9f49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e3abc853804bbd" /><Relationship Type="http://schemas.openxmlformats.org/officeDocument/2006/relationships/notesMaster" Target="/ppt/notesMasters/notesMaster1.xml" Id="Rc7e7a9b313514e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9abebc811a40c2" /><Relationship Type="http://schemas.openxmlformats.org/officeDocument/2006/relationships/notesMaster" Target="/ppt/notesMasters/notesMaster1.xml" Id="R01ddc2d1e60942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a73a9a484b49cd" /><Relationship Type="http://schemas.openxmlformats.org/officeDocument/2006/relationships/notesMaster" Target="/ppt/notesMasters/notesMaster1.xml" Id="R617c54e50eba43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6ab4a7f2fe48ea" /><Relationship Type="http://schemas.openxmlformats.org/officeDocument/2006/relationships/notesMaster" Target="/ppt/notesMasters/notesMaster1.xml" Id="R543c01c486004f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49d8a7ef7c4bc9" /><Relationship Type="http://schemas.openxmlformats.org/officeDocument/2006/relationships/notesMaster" Target="/ppt/notesMasters/notesMaster1.xml" Id="R71788cb399994c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51d82bc3374598" /><Relationship Type="http://schemas.openxmlformats.org/officeDocument/2006/relationships/notesMaster" Target="/ppt/notesMasters/notesMaster1.xml" Id="R8348818d70a443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d9ffaa42ad4caa" /><Relationship Type="http://schemas.openxmlformats.org/officeDocument/2006/relationships/notesMaster" Target="/ppt/notesMasters/notesMaster1.xml" Id="Rc3694dd04d0f4c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cbd7ec86dc4221" /><Relationship Type="http://schemas.openxmlformats.org/officeDocument/2006/relationships/notesMaster" Target="/ppt/notesMasters/notesMaster1.xml" Id="Rf8489f7f85eb42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2150c34e074639" /><Relationship Type="http://schemas.openxmlformats.org/officeDocument/2006/relationships/notesMaster" Target="/ppt/notesMasters/notesMaster1.xml" Id="R59d33c50ceea49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9c83274ae9443a" /><Relationship Type="http://schemas.openxmlformats.org/officeDocument/2006/relationships/notesMaster" Target="/ppt/notesMasters/notesMaster1.xml" Id="Rd135bdc279cf46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2a75590dc34176" /><Relationship Type="http://schemas.openxmlformats.org/officeDocument/2006/relationships/notesMaster" Target="/ppt/notesMasters/notesMaster1.xml" Id="R5e47366d624542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b8172a112344ab" /><Relationship Type="http://schemas.openxmlformats.org/officeDocument/2006/relationships/notesMaster" Target="/ppt/notesMasters/notesMaster1.xml" Id="Rb240d592c9f745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BUGU 不咕重点展示三部分：插件接入多信源，大模型识别任务进展与完成证据，Live2D 桌宠提供桌面陪伴与可控话语。封面为 AI 生成的概念插图。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这是典型工作场景示意，不是宣称当前已经自动合并这三个渠道。目标用户同时使用沟通工具与编程 Agent，往往还要自己判断还有什么没完成。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先建立三件事的全貌。多信源决定覆盖面；AI 帮助理解任务是否推进、是否已交付；桌宠让产品在桌面有持续可见的陪伴感。自然语言任务管理是 AI 能力的延伸。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完整实机连接窗口。展示飞书、GitHub、本地记录与编程 Agent 会话的入口。读取会话与调用 Agent 的 AI 能力是不同能力与授权。当前会话模型提取为单来源主动触发，跨源自动归并尚在后续计划。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完整实机截图：真实 Codex 对虚构演示会话的分析。它读到白屏修复、回归测试、刷新恢复补充条件和 PR 交付反馈，给出待验收与具体下一步。AI 识别阶段不等于自动把业务任务设为完成。依据与来源均在完整窗口中保留。参考 docs/engineering/Agent编排与任务聊天_2026-09-14.md。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识别要考虑发言角色与证据。助手反馈“已修复”“已提交”表示交付线索，不能替代用户验收。展示的阶段是理解会话的产品逻辑，正式任务变更仍需校验和用户确认。避免把模型判断包装成百分之百准确的自动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完整聊天窗口，按钮文字已恢复白色。该预览来自真实 Codex 模型调用，变更尚未执行。模型通过固定工具读取当前项目任务；用户确认后，应用校验版本并原子提交。真实增删改查及恢复已在演示工作区跑通。参考 PR134。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这是应用真实渲染的完整桌宠窗口，不是重新绘制的人物。当前展示 Hiyori 桃濑日和，版权属于 Live2D Inc.，不是团队原创模型。软件支持导入 Live2D 运行时模型及桌面显示控制。展示来源为本次 CUA 实机截图。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张均为完整窗口截图：左边显示自动话语设置、每日上限和静默时段，右边展示手动气泡预览。自动话语需用户开启，默认关闭；这里不把手动触发的气泡说成自主模型提醒。基于事项的话语和系统声音另有可控设置，桌宠不替用户改变任务状态。角色 Hiyori © Live2D Inc.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产品价值是减少重复整理和遗漏，同时保留一个低干扰的桌面陪伴入口。这里描述三部分如何组成体验，不宣称多源自动关联已完成，也不编造准确率、留存或增长指标。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区分已实现能力和验证范围。Codex 模型调用与聊天任务CRUD实机通过；飞书模型提取接线已有隔离回归，真实租户联调未完成。Responses和Chat Completions协议已实现，真实服务仍需验收。不把未来跨源编排说成现有功能。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实机顺序：先展示完整插件连接页，再展示带原文依据的完成情况分析，最后显示桌宠与话语气泡。需要扩展时再进入 AI 聊天展示变更预览。演示使用虚构工作记录，模型响应与界面操作是真实的。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f999a92ff43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901dcec6c4488" /><Relationship Type="http://schemas.openxmlformats.org/officeDocument/2006/relationships/slideLayout" Target="/ppt/slideLayouts/slideLayout1.xml" Id="R7f670f39eaf34e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670f39eaf34e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0c17fb62141c6" /><Relationship Type="http://schemas.openxmlformats.org/officeDocument/2006/relationships/image" Target="/ppt/media/image.png" Id="Rf2e78c1193b7425e" /><Relationship Type="http://schemas.openxmlformats.org/officeDocument/2006/relationships/notesSlide" Target="/ppt/notesSlides/notesSlide1.xml" Id="Rd71c3248638d49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416262a9c4284" /><Relationship Type="http://schemas.openxmlformats.org/officeDocument/2006/relationships/notesSlide" Target="/ppt/notesSlides/notesSlide2.xml" Id="Rf4c8b92fa66241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401fdf026460b" /><Relationship Type="http://schemas.openxmlformats.org/officeDocument/2006/relationships/notesSlide" Target="/ppt/notesSlides/notesSlide3.xml" Id="Reb357379f74b44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e433da67547b2" /><Relationship Type="http://schemas.openxmlformats.org/officeDocument/2006/relationships/image" Target="/ppt/media/image.jpeg" Id="R475ae4dfd0224d40" /><Relationship Type="http://schemas.openxmlformats.org/officeDocument/2006/relationships/notesSlide" Target="/ppt/notesSlides/notesSlide4.xml" Id="R6188cd27e30b48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4bfa9f8de425b" /><Relationship Type="http://schemas.openxmlformats.org/officeDocument/2006/relationships/image" Target="/ppt/media/image2.jpeg" Id="R1b4b6487f9e1439d" /><Relationship Type="http://schemas.openxmlformats.org/officeDocument/2006/relationships/notesSlide" Target="/ppt/notesSlides/notesSlide5.xml" Id="Rd7da501f7ab746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d29e0e9294d96" /><Relationship Type="http://schemas.openxmlformats.org/officeDocument/2006/relationships/notesSlide" Target="/ppt/notesSlides/notesSlide6.xml" Id="R9ed2548f44b247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43072064540d6" /><Relationship Type="http://schemas.openxmlformats.org/officeDocument/2006/relationships/image" Target="/ppt/media/image3.jpeg" Id="R72251df52e484cc8" /><Relationship Type="http://schemas.openxmlformats.org/officeDocument/2006/relationships/notesSlide" Target="/ppt/notesSlides/notesSlide7.xml" Id="R3a97e60e6eee41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9e394e8b040ff" /><Relationship Type="http://schemas.openxmlformats.org/officeDocument/2006/relationships/image" Target="/ppt/media/image4.jpeg" Id="R75fbdcf549934c0d" /><Relationship Type="http://schemas.openxmlformats.org/officeDocument/2006/relationships/notesSlide" Target="/ppt/notesSlides/notesSlide8.xml" Id="Rf11e1c7de08349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6329d24b74e0c" /><Relationship Type="http://schemas.openxmlformats.org/officeDocument/2006/relationships/image" Target="/ppt/media/image5.jpeg" Id="Re850815689b64a03" /><Relationship Type="http://schemas.openxmlformats.org/officeDocument/2006/relationships/image" Target="/ppt/media/image6.jpeg" Id="R355a633e608642fa" /><Relationship Type="http://schemas.openxmlformats.org/officeDocument/2006/relationships/notesSlide" Target="/ppt/notesSlides/notesSlide9.xml" Id="R0a1738dde8934c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9d384c9d541cc" /><Relationship Type="http://schemas.openxmlformats.org/officeDocument/2006/relationships/notesSlide" Target="/ppt/notesSlides/notesSlide10.xml" Id="Rebcc9b1b519b40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b0b0724704308" /><Relationship Type="http://schemas.openxmlformats.org/officeDocument/2006/relationships/notesSlide" Target="/ppt/notesSlides/notesSlide11.xml" Id="Rbea250f9b84c4d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8966849f44d90" /><Relationship Type="http://schemas.openxmlformats.org/officeDocument/2006/relationships/image" Target="/ppt/media/image2.png" Id="R7c066c4d473a4e8a" /><Relationship Type="http://schemas.openxmlformats.org/officeDocument/2006/relationships/notesSlide" Target="/ppt/notesSlides/notesSlide12.xml" Id="R718c375a684b45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78c1193b7425e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37E96-8B3E-4604-BB6B-0AD778D3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84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BUGU 不咕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35509-FA8F-4475-9887-5CB2B77E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多信源 × AI 完成情况识别 × 桌宠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03D8F-0DAE-4AA3-A71A-0DC80753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000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3450" b="0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把分散的工作记录</a:t>
            </a:r>
          </a:p>
          <a:p xmlns:a="http://schemas.openxmlformats.org/drawingml/2006/main">
            <a:pPr>
              <a:defRPr sz="3450" b="0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3450" b="0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变成桌面上看得见的跟进</a:t>
            </a:r>
          </a:p>
        </p:txBody>
      </p:sp>
    </p:spTree>
    <p:extLst>
      <p:ext uri="{BB962C8B-B14F-4D97-AF65-F5344CB8AC3E}">
        <p14:creationId xmlns:p14="http://schemas.microsoft.com/office/powerpoint/2010/main" val="704957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2D9E0-227D-4A2A-9B8C-FC75CC8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一件事，散落在多个工具里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19A0A-DEAD-46AE-8B8F-221AE6E2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飞书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C3E1B-0BC2-49B4-96D2-8A04B975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5740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375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提出需求与时间要求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5E8D5-DC6A-4EC2-B8C5-1951DA92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编程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87CB8-E9ED-44CD-8645-583A2C97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补充约束、反馈修改与测试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B9C4C-589C-4C9D-BEC4-223692C5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91876-E1B6-43A9-8A68-5F52947C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91050"/>
            <a:ext cx="1123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提交 PR，等待评审与验收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73232-3D93-42F3-AB91-D5A96882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437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记录很多，任务到底完成了吗？</a:t>
            </a:r>
          </a:p>
        </p:txBody>
      </p:sp>
    </p:spTree>
    <p:extLst>
      <p:ext uri="{BB962C8B-B14F-4D97-AF65-F5344CB8AC3E}">
        <p14:creationId xmlns:p14="http://schemas.microsoft.com/office/powerpoint/2010/main" val="451203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69D0E-3620-4DE9-95C1-159E7E94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BUGU 的三大件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D811B-7616-47DE-90BC-900EACC4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FFAED-F4C2-4F89-A476-EF2A47EF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43125"/>
            <a:ext cx="1143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525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多信源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A00E8-1467-47E7-93A2-734063BE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插件连接工作发生的地方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4C1EF-96B1-4CFB-9963-01572CFB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DC458-615E-43C6-B85D-77C77453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43375"/>
            <a:ext cx="1190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AI 识别任务完成情况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55CC4-DC88-47A8-800A-1957A843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4350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理解需求、后续补充、交付与验收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205E1-C2A9-4F4F-A25E-9505F972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436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6230D-4F9C-4F5F-B63C-E8D0E746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43625"/>
            <a:ext cx="1143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525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桌宠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CB7FC-5B1B-40E1-AFD7-8872B06D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1437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让跟进有一个桌面陪伴入口</a:t>
            </a:r>
          </a:p>
        </p:txBody>
      </p:sp>
    </p:spTree>
    <p:extLst>
      <p:ext uri="{BB962C8B-B14F-4D97-AF65-F5344CB8AC3E}">
        <p14:creationId xmlns:p14="http://schemas.microsoft.com/office/powerpoint/2010/main" val="16755350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A4591-172D-47B5-A86E-AF1CB70C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645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A3772-417B-4012-AF52-C3DEEA36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多信源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8A12F-BEC6-40AA-B6FE-E94F77EF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4000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飞书与 GitHub</a:t>
            </a:r>
          </a:p>
          <a:p xmlns:a="http://schemas.openxmlformats.org/drawingml/2006/main">
            <a:pPr>
              <a:defRPr sz="24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本机 Agent 会话</a:t>
            </a:r>
          </a:p>
          <a:p xmlns:a="http://schemas.openxmlformats.org/drawingml/2006/main">
            <a:pPr>
              <a:defRPr sz="24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本地工作记录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B13E3-1234-4B9F-81A0-9501405E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按来源授权</a:t>
            </a:r>
          </a:p>
          <a:p xmlns:a="http://schemas.openxmlformats.org/drawingml/2006/main">
            <a:pPr>
              <a:defRPr sz="24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继续使用原有工具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ae4dfd0224d40"/>
          <a:stretch xmlns:a="http://schemas.openxmlformats.org/drawingml/2006/main"/>
        </p:blipFill>
        <p:spPr>
          <a:xfrm xmlns:a="http://schemas.openxmlformats.org/drawingml/2006/main">
            <a:off x="4667783" y="838200"/>
            <a:ext cx="10000183" cy="6838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785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90D1F-99F9-4EB7-BAA6-D71CDA0A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645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AC14B-7377-421B-8023-E58000E3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191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AI 识别</a:t>
            </a:r>
          </a:p>
          <a:p xmlns:a="http://schemas.openxmlformats.org/drawingml/2006/main">
            <a:pPr>
              <a:defRPr sz="45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完成情况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10ABA-C29D-4C44-8320-8C9D441C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需求有没有满足？</a:t>
            </a:r>
          </a:p>
          <a:p xmlns:a="http://schemas.openxmlformats.org/drawingml/2006/main">
            <a:pPr>
              <a:defRPr sz="22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补充条件有没有覆盖？</a:t>
            </a:r>
          </a:p>
          <a:p xmlns:a="http://schemas.openxmlformats.org/drawingml/2006/main">
            <a:pPr>
              <a:defRPr sz="22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交付后是否已验收？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6A1CE-8105-484E-933A-F722FBF9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420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本例：已交付</a:t>
            </a:r>
          </a:p>
          <a:p xmlns:a="http://schemas.openxmlformats.org/drawingml/2006/main">
            <a:pPr>
              <a:defRPr sz="24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仍待用户验收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b6487f9e1439d"/>
          <a:stretch xmlns:a="http://schemas.openxmlformats.org/drawingml/2006/main"/>
        </p:blipFill>
        <p:spPr>
          <a:xfrm xmlns:a="http://schemas.openxmlformats.org/drawingml/2006/main">
            <a:off x="4667783" y="819150"/>
            <a:ext cx="10000183" cy="6838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044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8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AB76E-D018-42A9-A59E-5C3B503E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3716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95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795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“已提交”</a:t>
            </a:r>
          </a:p>
          <a:p xmlns:a="http://schemas.openxmlformats.org/drawingml/2006/main">
            <a:pPr>
              <a:defRPr sz="795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795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不等于“已完成”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936F7-7F8D-4496-A969-CC7EB5A1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371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AI 判断进展，也检查完成依据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D2F19-E8D9-48A0-9586-6E01A5C4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315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需求提出 → 推进中 → 已交付 → 用户验收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0DABC-A043-4CE9-A485-0DDC62B1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152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原文可复核，最终状态由用户确认</a:t>
            </a:r>
          </a:p>
        </p:txBody>
      </p:sp>
    </p:spTree>
    <p:extLst>
      <p:ext uri="{BB962C8B-B14F-4D97-AF65-F5344CB8AC3E}">
        <p14:creationId xmlns:p14="http://schemas.microsoft.com/office/powerpoint/2010/main" val="2046120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FAD93-6C38-45CA-ACB6-F76FCD09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AI 的延伸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71C6B-AD70-4FF2-AD11-CCB7D70D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05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直接聊</a:t>
            </a:r>
          </a:p>
          <a:p xmlns:a="http://schemas.openxmlformats.org/drawingml/2006/main">
            <a:pPr>
              <a:defRPr sz="405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05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就能管理任务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0FDB1-F747-4525-9198-95520BB0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000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查询、新增与修改</a:t>
            </a:r>
          </a:p>
          <a:p xmlns:a="http://schemas.openxmlformats.org/drawingml/2006/main">
            <a:pPr>
              <a:defRPr sz="24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删除后也能恢复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9D6CF-B530-49E8-8D97-32786CAB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818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变更先预览</a:t>
            </a:r>
          </a:p>
          <a:p xmlns:a="http://schemas.openxmlformats.org/drawingml/2006/main">
            <a:pPr>
              <a:defRPr sz="255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确认后生效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51df52e484cc8"/>
          <a:stretch xmlns:a="http://schemas.openxmlformats.org/drawingml/2006/main"/>
        </p:blipFill>
        <p:spPr>
          <a:xfrm xmlns:a="http://schemas.openxmlformats.org/drawingml/2006/main">
            <a:off x="4667783" y="819150"/>
            <a:ext cx="10000183" cy="6838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332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3E188-7402-41F5-89E6-A6F4FC36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66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3FC2B-ACF6-44C5-9A4D-10258DBF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695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65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765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桌宠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6DF08-3B0F-4FDE-A8B9-546600B4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8096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工作桌面上的</a:t>
            </a:r>
          </a:p>
          <a:p xmlns:a="http://schemas.openxmlformats.org/drawingml/2006/main">
            <a:pPr>
              <a:defRPr sz="435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一个陪伴入口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5ED98-1775-4661-93F7-58D66A88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91300"/>
            <a:ext cx="8286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Live2D 驱动 · 支持导入模型</a:t>
            </a:r>
          </a:p>
          <a:p xmlns:a="http://schemas.openxmlformats.org/drawingml/2006/main">
            <a:pPr>
              <a:defRPr sz="25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可拖动、缩放、置顶与隐藏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bdcf549934c0d"/>
          <a:stretch xmlns:a="http://schemas.openxmlformats.org/drawingml/2006/main"/>
        </p:blipFill>
        <p:spPr>
          <a:xfrm xmlns:a="http://schemas.openxmlformats.org/drawingml/2006/main">
            <a:off x="9525907" y="1104900"/>
            <a:ext cx="4760686" cy="6248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53775-F38A-408D-BF90-693F5FA5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791450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桃濑日和 Hiyori · Live2D 官方示例角色</a:t>
            </a:r>
          </a:p>
        </p:txBody>
      </p:sp>
    </p:spTree>
    <p:extLst>
      <p:ext uri="{BB962C8B-B14F-4D97-AF65-F5344CB8AC3E}">
        <p14:creationId xmlns:p14="http://schemas.microsoft.com/office/powerpoint/2010/main" val="2152935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C7356-80AC-46C5-80DB-863A5866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偶尔说句话，也懂得不打扰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0815689b64a03"/>
          <a:stretch xmlns:a="http://schemas.openxmlformats.org/drawingml/2006/main"/>
        </p:blipFill>
        <p:spPr>
          <a:xfrm xmlns:a="http://schemas.openxmlformats.org/drawingml/2006/main">
            <a:off x="762000" y="1830127"/>
            <a:ext cx="9620250" cy="657912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a633e608642fa"/>
          <a:stretch xmlns:a="http://schemas.openxmlformats.org/drawingml/2006/main"/>
        </p:blipFill>
        <p:spPr>
          <a:xfrm xmlns:a="http://schemas.openxmlformats.org/drawingml/2006/main">
            <a:off x="11050361" y="2895600"/>
            <a:ext cx="3331029" cy="43719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F59B7-12FB-4D56-AFEB-3FF9EAD4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69545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自动话语</a:t>
            </a:r>
          </a:p>
          <a:p xmlns:a="http://schemas.openxmlformats.org/drawingml/2006/main">
            <a:pPr>
              <a:defRPr sz="21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频率与静默时段</a:t>
            </a:r>
          </a:p>
          <a:p xmlns:a="http://schemas.openxmlformats.org/drawingml/2006/main">
            <a:pPr>
              <a:defRPr sz="21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随时隐藏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F39B9-023E-4E13-82F1-50435BAE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3533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气泡手动预览</a:t>
            </a:r>
          </a:p>
        </p:txBody>
      </p:sp>
    </p:spTree>
    <p:extLst>
      <p:ext uri="{BB962C8B-B14F-4D97-AF65-F5344CB8AC3E}">
        <p14:creationId xmlns:p14="http://schemas.microsoft.com/office/powerpoint/2010/main" val="12698309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6C345-08EB-4732-9CBF-0395C13A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从工作记录，到桌面上的跟进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079D2-BC5A-4955-A3F3-98DB38D9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1352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连接来源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9D07F-0CE5-460A-A241-A1A23872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71725"/>
            <a:ext cx="847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2850" b="0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工作在原来的工具里继续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E0042-202A-4BB1-9B50-E8089AA8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352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理解完成情况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8D866-400F-4A6D-8DA2-6B6C63E2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4337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少漏条件，知道还差哪一步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1D29D-13A9-46A1-AB47-4C94E458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352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桌宠陪伴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A1500-8521-4D12-95BE-76F91B74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15025"/>
            <a:ext cx="847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2850" b="0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用可控话语提醒回顾事项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2BFE6-1F68-469E-AFCA-DC18F58C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771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先服务个人开发者与小团队</a:t>
            </a:r>
          </a:p>
        </p:txBody>
      </p:sp>
    </p:spTree>
    <p:extLst>
      <p:ext uri="{BB962C8B-B14F-4D97-AF65-F5344CB8AC3E}">
        <p14:creationId xmlns:p14="http://schemas.microsoft.com/office/powerpoint/2010/main" val="13483635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C277B-BA97-4BE7-83D8-812045B9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已经能展示，接下来继续完善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010F8-1D7B-40B0-966D-6D505A5A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42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当前能力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981D9-DCE1-4F63-9B02-91911793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704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插件多信源接入</a:t>
            </a:r>
          </a:p>
          <a:p xmlns:a="http://schemas.openxmlformats.org/drawingml/2006/main">
            <a:pPr>
              <a:defRPr sz="27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AI 任务提取与阶段识别</a:t>
            </a:r>
          </a:p>
          <a:p xmlns:a="http://schemas.openxmlformats.org/drawingml/2006/main">
            <a:pPr>
              <a:defRPr sz="27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原文复核、聊天任务管理</a:t>
            </a:r>
          </a:p>
          <a:p xmlns:a="http://schemas.openxmlformats.org/drawingml/2006/main">
            <a:pPr>
              <a:defRPr sz="27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Live2D 桌宠与可控话语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2A6DC-83B9-46E1-9FC1-845795B3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2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40B05-614E-4D72-BACF-1FB45506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95700"/>
            <a:ext cx="571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后台增量分析</a:t>
            </a:r>
          </a:p>
          <a:p xmlns:a="http://schemas.openxmlformats.org/drawingml/2006/main">
            <a:pPr>
              <a:defRPr sz="27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跨会话、跨渠道关联</a:t>
            </a:r>
          </a:p>
          <a:p xmlns:a="http://schemas.openxmlformats.org/drawingml/2006/main">
            <a:pPr>
              <a:defRPr sz="27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并发编排与中断恢复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033C0-4477-48E3-8185-6A420F6A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43800"/>
            <a:ext cx="1356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当前为单来源主动分析；飞书真实租户与 API 服务联调仍待验收</a:t>
            </a:r>
          </a:p>
        </p:txBody>
      </p:sp>
    </p:spTree>
    <p:extLst>
      <p:ext uri="{BB962C8B-B14F-4D97-AF65-F5344CB8AC3E}">
        <p14:creationId xmlns:p14="http://schemas.microsoft.com/office/powerpoint/2010/main" val="7402479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66c4d473a4e8a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D9FD7-71DD-428E-A45E-BED11169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95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795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BUGU 不咕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72608-614A-4422-8F08-2BAA3137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99060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多信源汇入</a:t>
            </a:r>
          </a:p>
          <a:p xmlns:a="http://schemas.openxmlformats.org/drawingml/2006/main">
            <a:pPr>
              <a:defRPr sz="48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AI 判断进展</a:t>
            </a:r>
          </a:p>
          <a:p xmlns:a="http://schemas.openxmlformats.org/drawingml/2006/main">
            <a:pPr>
              <a:defRPr sz="48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桌宠陪你跟进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E4936-11F7-4745-A083-C3832EB6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199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接下来，看一次实机演示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02355-D979-4144-AF2A-99941013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91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github.com/bread-ovO/Hackathon-WeiYang</a:t>
            </a:r>
          </a:p>
        </p:txBody>
      </p:sp>
    </p:spTree>
    <p:extLst>
      <p:ext uri="{BB962C8B-B14F-4D97-AF65-F5344CB8AC3E}">
        <p14:creationId xmlns:p14="http://schemas.microsoft.com/office/powerpoint/2010/main" val="1111275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2026-09-14T08:21:57.4760000Z</dcterms:created>
  <dcterms:modified xsi:type="dcterms:W3CDTF">2026-09-14T08:21:57.4760000Z</dcterms:modified>
</coreProperties>
</file>