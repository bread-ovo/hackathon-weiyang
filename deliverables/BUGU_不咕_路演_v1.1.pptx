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5e498646e79497e" /><Relationship Type="http://schemas.openxmlformats.org/officeDocument/2006/relationships/extended-properties" Target="/docProps/app.xml" Id="R7a3cf710eaed4736" /><Relationship Type="http://schemas.openxmlformats.org/officeDocument/2006/relationships/officeDocument" Target="/ppt/presentation.xml" Id="R89549f13ddf4454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b150bfb946b4f2a"/>
  </p:sldMasterIdLst>
  <p:notesMasterIdLst>
    <p:notesMasterId xmlns:r="http://schemas.openxmlformats.org/officeDocument/2006/relationships" r:id="R41c76d59a88a47cb"/>
  </p:notesMasterIdLst>
  <p:sldIdLst>
    <p:sldId xmlns:r="http://schemas.openxmlformats.org/officeDocument/2006/relationships" id="256" r:id="Rb4b111f5d6bf4011"/>
    <p:sldId xmlns:r="http://schemas.openxmlformats.org/officeDocument/2006/relationships" id="257" r:id="R982ec1f86c144463"/>
    <p:sldId xmlns:r="http://schemas.openxmlformats.org/officeDocument/2006/relationships" id="258" r:id="R3477a484a38f4ed6"/>
    <p:sldId xmlns:r="http://schemas.openxmlformats.org/officeDocument/2006/relationships" id="259" r:id="R006fa8b4aa68453b"/>
    <p:sldId xmlns:r="http://schemas.openxmlformats.org/officeDocument/2006/relationships" id="260" r:id="R0b7fad50d90445d6"/>
    <p:sldId xmlns:r="http://schemas.openxmlformats.org/officeDocument/2006/relationships" id="261" r:id="R9d1112aa24b04893"/>
    <p:sldId xmlns:r="http://schemas.openxmlformats.org/officeDocument/2006/relationships" id="262" r:id="R9596c1aea2e94b4b"/>
    <p:sldId xmlns:r="http://schemas.openxmlformats.org/officeDocument/2006/relationships" id="263" r:id="Raf523142f2f54f27"/>
    <p:sldId xmlns:r="http://schemas.openxmlformats.org/officeDocument/2006/relationships" id="264" r:id="R1a1218612ab24f0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af4729b04b7460d" /><Relationship Type="http://schemas.openxmlformats.org/officeDocument/2006/relationships/slideMaster" Target="/ppt/slideMasters/slideMaster1.xml" Id="R7b150bfb946b4f2a" /><Relationship Type="http://schemas.openxmlformats.org/officeDocument/2006/relationships/notesMaster" Target="/ppt/notesMasters/notesMaster1.xml" Id="R41c76d59a88a47cb" /><Relationship Type="http://schemas.openxmlformats.org/officeDocument/2006/relationships/presProps" Target="/ppt/presProps.xml" Id="Rde761123737547c7" /><Relationship Type="http://schemas.openxmlformats.org/officeDocument/2006/relationships/tableStyles" Target="/ppt/tableStyles.xml" Id="R3c6abeadbaf1415d" /><Relationship Type="http://schemas.openxmlformats.org/officeDocument/2006/relationships/slide" Target="/ppt/slides/slide1.xml" Id="Rb4b111f5d6bf4011" /><Relationship Type="http://schemas.openxmlformats.org/officeDocument/2006/relationships/slide" Target="/ppt/slides/slide2.xml" Id="R982ec1f86c144463" /><Relationship Type="http://schemas.openxmlformats.org/officeDocument/2006/relationships/slide" Target="/ppt/slides/slide3.xml" Id="R3477a484a38f4ed6" /><Relationship Type="http://schemas.openxmlformats.org/officeDocument/2006/relationships/slide" Target="/ppt/slides/slide4.xml" Id="R006fa8b4aa68453b" /><Relationship Type="http://schemas.openxmlformats.org/officeDocument/2006/relationships/slide" Target="/ppt/slides/slide5.xml" Id="R0b7fad50d90445d6" /><Relationship Type="http://schemas.openxmlformats.org/officeDocument/2006/relationships/slide" Target="/ppt/slides/slide6.xml" Id="R9d1112aa24b04893" /><Relationship Type="http://schemas.openxmlformats.org/officeDocument/2006/relationships/slide" Target="/ppt/slides/slide7.xml" Id="R9596c1aea2e94b4b" /><Relationship Type="http://schemas.openxmlformats.org/officeDocument/2006/relationships/slide" Target="/ppt/slides/slide8.xml" Id="Raf523142f2f54f27" /><Relationship Type="http://schemas.openxmlformats.org/officeDocument/2006/relationships/slide" Target="/ppt/slides/slide9.xml" Id="R1a1218612ab24f0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01160280084c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9f7598fb5944af" /><Relationship Type="http://schemas.openxmlformats.org/officeDocument/2006/relationships/notesMaster" Target="/ppt/notesMasters/notesMaster1.xml" Id="R7e687a83dd9f4b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305347ceb7e47b3" /><Relationship Type="http://schemas.openxmlformats.org/officeDocument/2006/relationships/notesMaster" Target="/ppt/notesMasters/notesMaster1.xml" Id="R0f05df7a4b92473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dd3f3f122894fc6" /><Relationship Type="http://schemas.openxmlformats.org/officeDocument/2006/relationships/notesMaster" Target="/ppt/notesMasters/notesMaster1.xml" Id="R2f839e6679824c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87a865c14e4e74" /><Relationship Type="http://schemas.openxmlformats.org/officeDocument/2006/relationships/notesMaster" Target="/ppt/notesMasters/notesMaster1.xml" Id="Rdb2c2e8de26e4cc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b65be40ea604435" /><Relationship Type="http://schemas.openxmlformats.org/officeDocument/2006/relationships/notesMaster" Target="/ppt/notesMasters/notesMaster1.xml" Id="Ra14e5d113f1f40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8da8d212a7b46f1" /><Relationship Type="http://schemas.openxmlformats.org/officeDocument/2006/relationships/notesMaster" Target="/ppt/notesMasters/notesMaster1.xml" Id="Red1cb862e2bd4d6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bf39a5d5ddf4e33" /><Relationship Type="http://schemas.openxmlformats.org/officeDocument/2006/relationships/notesMaster" Target="/ppt/notesMasters/notesMaster1.xml" Id="R1d146e546596490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ac7ac06f381445a" /><Relationship Type="http://schemas.openxmlformats.org/officeDocument/2006/relationships/notesMaster" Target="/ppt/notesMasters/notesMaster1.xml" Id="R0fa3171ad58e49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5e6d9deaba14509" /><Relationship Type="http://schemas.openxmlformats.org/officeDocument/2006/relationships/notesMaster" Target="/ppt/notesMasters/notesMaster1.xml" Id="R195aad3f1cff4bb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BUGU 不咕，未央作品路演。产品核心是插件多信源与大模型事项理解，桌宠为附加交互。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典型场景示意，非客户调研数据。面向同时使用聊天软件、编程 Agent 与代码仓库的个人开发者和小团队。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 Computer Use 操作的实际 BUGU 桌面应用。连接列表表示已有适配器入口，不表示全部渠道已经获得权限或全部完成语义分析。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真实本机 Ollama / Qwen2.5 7B 推理。截图数据为四条虚构演示消息，PR 链接为占位示例，不作为真实交付证据。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截图来自真实模型分析结果。来源引用通过消息 ID 与逐字匹配校验，但语义是否正确仍需要用户复核。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真实 SQLite 持久化。模型阶段不直接修改业务状态，用户确认创建待办事项。重启保留事项及分析引用。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以下是产品价值假设，尚未验证付费转化或效率提升。当前单会话分析已接入，跨渠道自动归并是后续开发目标。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实现见 packages/model/src/task-analyzer.ts、packages/contracts/src/task-analysis.ts、packages/storage/src/task-analysis.ts。首版固定本机端点，无云端原文上传。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本机合成回归 15/15，见 docs/evals/qwen2.5-7b-v2.json。部分助手独立消息由入口过滤，不调用模型。该结果不是生产准确率。Computer Use 已验证分析、引用展开、确认加入跟进。尚未接入后台全历史语义处理与跨渠道自动归并。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e1b3df1a80745a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1ed306be0584d61" /><Relationship Type="http://schemas.openxmlformats.org/officeDocument/2006/relationships/slideLayout" Target="/ppt/slideLayouts/slideLayout1.xml" Id="R2dafc452e44e48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dafc452e44e48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7a77f250e2497d" /><Relationship Type="http://schemas.openxmlformats.org/officeDocument/2006/relationships/notesSlide" Target="/ppt/notesSlides/notesSlide1.xml" Id="R9b76404b6c744db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fed96ebb6e40c1" /><Relationship Type="http://schemas.openxmlformats.org/officeDocument/2006/relationships/notesSlide" Target="/ppt/notesSlides/notesSlide2.xml" Id="Rbb80af3b271943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5b064656d4417b" /><Relationship Type="http://schemas.openxmlformats.org/officeDocument/2006/relationships/image" Target="/ppt/media/image.jpeg" Id="Rcb7bca9fd9194c69" /><Relationship Type="http://schemas.openxmlformats.org/officeDocument/2006/relationships/notesSlide" Target="/ppt/notesSlides/notesSlide3.xml" Id="R8f19c429705b4e7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9998a05bd428f" /><Relationship Type="http://schemas.openxmlformats.org/officeDocument/2006/relationships/image" Target="/ppt/media/image2.jpeg" Id="R169a079371324117" /><Relationship Type="http://schemas.openxmlformats.org/officeDocument/2006/relationships/notesSlide" Target="/ppt/notesSlides/notesSlide4.xml" Id="Rc43595f1632048e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a67035231f4499" /><Relationship Type="http://schemas.openxmlformats.org/officeDocument/2006/relationships/image" Target="/ppt/media/image3.jpeg" Id="R586fc16cf7b045ee" /><Relationship Type="http://schemas.openxmlformats.org/officeDocument/2006/relationships/notesSlide" Target="/ppt/notesSlides/notesSlide5.xml" Id="Rfddf15c86d4c46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d22e48af574d1c" /><Relationship Type="http://schemas.openxmlformats.org/officeDocument/2006/relationships/image" Target="/ppt/media/image4.jpeg" Id="R512a8832ffaa49f5" /><Relationship Type="http://schemas.openxmlformats.org/officeDocument/2006/relationships/notesSlide" Target="/ppt/notesSlides/notesSlide6.xml" Id="R1e42b8b54e5f49f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a729205e84e7d" /><Relationship Type="http://schemas.openxmlformats.org/officeDocument/2006/relationships/notesSlide" Target="/ppt/notesSlides/notesSlide7.xml" Id="R91bb8390d0c045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3492947cb5430a" /><Relationship Type="http://schemas.openxmlformats.org/officeDocument/2006/relationships/notesSlide" Target="/ppt/notesSlides/notesSlide8.xml" Id="R97d95b9a77b5448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ba074bf28d49da" /><Relationship Type="http://schemas.openxmlformats.org/officeDocument/2006/relationships/notesSlide" Target="/ppt/notesSlides/notesSlide9.xml" Id="R014777d5f45d4d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D681B-35D6-43B0-8BCA-1E7C90D0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00250"/>
            <a:ext cx="10668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660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660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BUGU 不咕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E84EC6-04D4-4CD8-9ED9-C5B432D4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290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850" b="0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850" b="0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插件多信源的 AI 事项助手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B4F9DB-F85F-45F4-A6D3-BD59F59A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rPr>
              <a:t>把分散的工作对话，整理成可跟进的下一步</a:t>
            </a:r>
          </a:p>
        </p:txBody>
      </p:sp>
    </p:spTree>
    <p:extLst>
      <p:ext uri="{BB962C8B-B14F-4D97-AF65-F5344CB8AC3E}">
        <p14:creationId xmlns:p14="http://schemas.microsoft.com/office/powerpoint/2010/main" val="656909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847C2D-251B-4F7A-AA2B-1D3AEDD8B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任务进展，散落在不同工具里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7C00536-1891-4588-9391-72B80CE91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飞书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85FF8F-7E15-460A-ADA8-05FE15FFA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14287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“这个问题周五前修一下。”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62F907-D3DE-443D-8F0A-6EAADEBF9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384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Codex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231638-4A9D-40F9-A7FF-D7264A1F6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438400"/>
            <a:ext cx="8572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“补上回归测试，提交 PR 后把链接给我。”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6DB41-04FA-449B-8CF9-91A5AD315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7665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GitHub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20C7FD-F19B-4451-BA03-47A472785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3676650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PR 已提交，评审与验收还在继续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3E173-E91A-4419-B01C-819E56732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57800"/>
            <a:ext cx="108204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用户仍要自己拼出：做什么、做到哪、还差什么</a:t>
            </a:r>
          </a:p>
        </p:txBody>
      </p:sp>
    </p:spTree>
    <p:extLst>
      <p:ext uri="{BB962C8B-B14F-4D97-AF65-F5344CB8AC3E}">
        <p14:creationId xmlns:p14="http://schemas.microsoft.com/office/powerpoint/2010/main" val="752867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9E5617-B089-47C8-B000-DCBABCCA1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插件连接工作发生的地方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35617-FACB-44EB-A8B3-9FCFD6BB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按需授权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AA5CC5-6571-487A-939A-C377DA47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266950"/>
            <a:ext cx="3048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接入本机 Agent 会话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或指定的工作来源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622755-DAB6-45A7-BBD0-F266AD36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0"/>
            <a:ext cx="3048000" cy="1562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rPr>
              <a:t>飞书、GitHub</a:t>
            </a:r>
          </a:p>
          <a:p xmlns:a="http://schemas.openxmlformats.org/drawingml/2006/main">
            <a:pPr>
              <a:defRPr sz="1875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rPr>
              <a:t>本地工作记录</a:t>
            </a:r>
          </a:p>
          <a:p xmlns:a="http://schemas.openxmlformats.org/drawingml/2006/main">
            <a:pPr>
              <a:defRPr sz="1875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75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rPr>
              <a:t>编程 Agent 会话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7bca9fd9194c69"/>
          <a:stretch xmlns:a="http://schemas.openxmlformats.org/drawingml/2006/main"/>
        </p:blipFill>
        <p:spPr>
          <a:xfrm xmlns:a="http://schemas.openxmlformats.org/drawingml/2006/main">
            <a:off x="3905250" y="1208954"/>
            <a:ext cx="7829550" cy="53544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512036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3DB4F8-C741-42D3-9D29-C96581B84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大模型理解需求与后续补充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451F0C-FF48-4FD5-B7B6-44D14603E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四条消息</a:t>
            </a:r>
          </a:p>
          <a:p xmlns:a="http://schemas.openxmlformats.org/drawingml/2006/main">
            <a:pPr>
              <a:defRPr sz="27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一个跟进目标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E2FBD7-ED48-4D77-910E-B43E6DF9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48000"/>
            <a:ext cx="3048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用户提出修复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补充刷新场景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助手反馈交付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752F34-C570-4D06-A79E-0F87117E9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当前建议：待验收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a079371324117"/>
          <a:stretch xmlns:a="http://schemas.openxmlformats.org/drawingml/2006/main"/>
        </p:blipFill>
        <p:spPr>
          <a:xfrm xmlns:a="http://schemas.openxmlformats.org/drawingml/2006/main">
            <a:off x="3905250" y="1208954"/>
            <a:ext cx="7829550" cy="53544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2613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BBF4CD-287D-473B-868E-3B7106AF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每个建议都有原文依据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CE2FA1-A170-47BD-B20A-F773476A6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621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补充要求不丢失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8C2F07-E502-4C33-8BD6-156E172C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52700"/>
            <a:ext cx="30480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展开即可看到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最初要求和后续补充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以及助手的交付反馈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3C110-8DFB-444E-954E-B1B1F08C3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81550"/>
            <a:ext cx="3048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“请验收”</a:t>
            </a:r>
          </a:p>
          <a:p xmlns:a="http://schemas.openxmlformats.org/drawingml/2006/main">
            <a:pPr>
              <a:defRPr sz="22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仍然是待验收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6fc16cf7b045ee"/>
          <a:stretch xmlns:a="http://schemas.openxmlformats.org/drawingml/2006/main"/>
        </p:blipFill>
        <p:spPr>
          <a:xfrm xmlns:a="http://schemas.openxmlformats.org/drawingml/2006/main">
            <a:off x="3905250" y="1208954"/>
            <a:ext cx="7829550" cy="53544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057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FEAE4-1B6D-417C-8871-4FE68752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确认后，进入自己的跟进清单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41466-D828-44F0-887C-F0E9E39A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240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4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把建议变成行动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F9AEB-A345-4245-A565-734EC7F44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86050"/>
            <a:ext cx="3048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确认加入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查看下一步</a:t>
            </a:r>
          </a:p>
          <a:p xmlns:a="http://schemas.openxmlformats.org/drawingml/2006/main">
            <a:pPr>
              <a:def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10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保留原文依据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CEFCF8-7891-46A1-B6DA-2A9A83C4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304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950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rPr>
              <a:t>事项状态由用户掌握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2a8832ffaa49f5"/>
          <a:stretch xmlns:a="http://schemas.openxmlformats.org/drawingml/2006/main"/>
        </p:blipFill>
        <p:spPr>
          <a:xfrm xmlns:a="http://schemas.openxmlformats.org/drawingml/2006/main">
            <a:off x="3905250" y="1208954"/>
            <a:ext cx="7829550" cy="5354492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23071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4FEE1-388A-483C-8A98-47FFCD28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为什么用户会选择 BUGU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F44E7A-28F0-4C16-B6DE-60F8F88F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5048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减少重复整理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36024E-A3A1-43E4-AB12-6D28243E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71750"/>
            <a:ext cx="50482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工作对话已包含需求与进展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用户只需确认值得跟进的事项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3DA762-B73D-4142-B2EC-B2C4A812A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600200"/>
            <a:ext cx="49911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继续使用熟悉的工具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E1DA02-75D5-4F1D-BA96-3C89271BA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571750"/>
            <a:ext cx="49911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插件接入现有工作来源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逐步扩展覆盖范围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29F34E-C65F-4A65-82FA-0473ADFCD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325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面向个人开发者与小团队，先验证每天是否少漏一件事</a:t>
            </a:r>
          </a:p>
        </p:txBody>
      </p:sp>
    </p:spTree>
    <p:extLst>
      <p:ext uri="{BB962C8B-B14F-4D97-AF65-F5344CB8AC3E}">
        <p14:creationId xmlns:p14="http://schemas.microsoft.com/office/powerpoint/2010/main" val="7454087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F855599-E9DF-4DDF-8AAF-3DC324868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模型负责理解，应用保留决定权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3F9925-4910-4090-BA45-A6E23D372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430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授权会话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07A54-A3C5-4449-8D06-ABE03C76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5811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限定来源与上下文，拒绝撤权后的结果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C5EC2F-6E7D-4C14-9ADD-E946D9B5D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模型建议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79C7B8-CF3A-4BD1-B3F0-E61CC0880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860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生成目标、阶段、下一步与引用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4D63FC-0B10-4103-AE2A-8AB79CA29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528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应用校验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66CECF-F7AF-4F0F-83CB-5FC0E2D54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7909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拒绝伪造引用，防止错误完成和重复确认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4824AE-79A2-4BB7-A00B-77068546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2857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用户确认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4B6CF4-4DFC-44E4-AADA-ECD76728B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715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加入清单，保留模型记录与人工决定</a:t>
            </a:r>
          </a:p>
        </p:txBody>
      </p:sp>
    </p:spTree>
    <p:extLst>
      <p:ext uri="{BB962C8B-B14F-4D97-AF65-F5344CB8AC3E}">
        <p14:creationId xmlns:p14="http://schemas.microsoft.com/office/powerpoint/2010/main" val="8645771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D15C7-DC95-4435-9933-2C8469F4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1000"/>
            <a:ext cx="111252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315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当前已跑通，下一步继续补齐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E83C60-D774-4777-B690-70A0ACB33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504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已跑通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836D83-400C-4985-9CE1-CC2BE889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62200"/>
            <a:ext cx="5048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单会话大模型分析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原文引用与确认入库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实机操作演示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3D5699-70BA-4024-83D8-C240DC783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24000"/>
            <a:ext cx="4991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550" b="1">
                <a:solidFill>
                  <a:srgbClr val="F48120"/>
                </a:solidFill>
                <a:latin typeface="Source Han Sans CN"/>
                <a:ea typeface="Source Han Sans CN"/>
                <a:cs typeface="Source Han Sans CN"/>
              </a:rPr>
              <a:t>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568D1C-90BA-47B2-91E3-E1DCDA7F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62200"/>
            <a:ext cx="49911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后台增量语义分析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跨会话、跨渠道关联</a:t>
            </a:r>
          </a:p>
          <a:p xmlns:a="http://schemas.openxmlformats.org/drawingml/2006/main">
            <a:pPr>
              <a:def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250" b="0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模型配置与真实场景试用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AF4292-049A-4032-8F90-2FA60A30E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76800"/>
            <a:ext cx="10953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2700" b="1">
                <a:solidFill>
                  <a:srgbClr val="202020"/>
                </a:solidFill>
                <a:latin typeface="Source Han Sans CN"/>
                <a:ea typeface="Source Han Sans CN"/>
                <a:cs typeface="Source Han Sans CN"/>
              </a:rPr>
              <a:t>15 / 15 合成开发用例通过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DB3BC4-3E02-4EAA-805F-BEAEE39E5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34050"/>
            <a:ext cx="10953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defRPr>
            </a:pPr>
            <a:r>
              <a:rPr sz="1800" b="0">
                <a:solidFill>
                  <a:srgbClr val="696969"/>
                </a:solidFill>
                <a:latin typeface="Source Han Sans CN"/>
                <a:ea typeface="Source Han Sans CN"/>
                <a:cs typeface="Source Han Sans CN"/>
              </a:rPr>
              <a:t>不代表真实用户准确率，持续保留误判与回归样例</a:t>
            </a:r>
          </a:p>
        </p:txBody>
      </p:sp>
    </p:spTree>
    <p:extLst>
      <p:ext uri="{BB962C8B-B14F-4D97-AF65-F5344CB8AC3E}">
        <p14:creationId xmlns:p14="http://schemas.microsoft.com/office/powerpoint/2010/main" val="121457399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2026-09-14T06:23:59.7420000Z</dcterms:created>
  <dcterms:modified xsi:type="dcterms:W3CDTF">2026-09-14T06:23:59.7420000Z</dcterms:modified>
</coreProperties>
</file>